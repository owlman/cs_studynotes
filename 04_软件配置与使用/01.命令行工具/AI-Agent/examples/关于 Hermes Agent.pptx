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关于 Hermes Agent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新一代智能代理框架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凌杰 | 2026-05-05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4114800"/>
            <a:ext cx="2743200" cy="36576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概述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9728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097280"/>
            <a:ext cx="73152" cy="1280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188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2.2万+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首月 Stars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74720" y="109728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74720" y="1097280"/>
            <a:ext cx="73152" cy="1280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0" y="1188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9500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65760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周均新增 Stars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9360" y="1097280"/>
            <a:ext cx="256032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09360" y="1097280"/>
            <a:ext cx="73152" cy="12801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11887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3x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92240" y="18288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增速领先同类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26517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Agent 于 2026 年 2 月由 Nous Research 公司发布，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构建了「记忆-技能-训练数据」的三层闭环体系。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核心特性预览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931920"/>
            <a:ext cx="228600" cy="2286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3913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分层记忆系统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743200" y="3931920"/>
            <a:ext cx="228600" cy="2286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3063240" y="3913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可扩展 Skills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46320" y="3931920"/>
            <a:ext cx="228600" cy="2286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3" name="Text 21"/>
          <p:cNvSpPr/>
          <p:nvPr/>
        </p:nvSpPr>
        <p:spPr>
          <a:xfrm>
            <a:off x="5166360" y="3913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多平台接入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949440" y="3931920"/>
            <a:ext cx="228600" cy="2286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7269480" y="391363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自我迭代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分层设计的记忆系统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393192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L1 核心记忆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存储于 MEMORY.md 文件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容量限制：800 tokens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会话启动时冻结为快照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精准保留核心上下文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097280"/>
            <a:ext cx="393192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43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L2 用户画像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存储于 USER.md 文件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容量约 500 tokens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记录技术栈偏好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分析沟通风格偏好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108960"/>
            <a:ext cx="393192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L3 会话记忆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7033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全量存储于 SQLite 数据库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FTS5 全文索引支持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毫秒级检索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按需查询，不主动加载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10896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108960"/>
            <a:ext cx="393192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L4 技能系统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37760" y="37033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存储于 ~/.hermes/skills/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自动提炼可复用 SKILL.md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持续迭代优化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跨会话能力沉淀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可扩展的 Skills 框架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持续优化机制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150876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DSPy 和 GEPA 算法，自动优化 Skills 库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05740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48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标准化格式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31520" y="246888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遵循 agentskills.io 规范，SKILL.md 定义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301752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1089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70+ 内置 Skills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3429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 15+ 类别，支持第三方扩展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73152" cy="82296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069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安全审批机制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31520" y="43891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/approve session 安全隔离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核心能力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234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持久化记忆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600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跨会话持久存储用户偏好和高频操作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37160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77840" y="1234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反馈式学习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77840" y="1600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实时根据用户的评价调整策略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33172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6517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智能化执行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执行复杂任务，如写 Proposal、调用外部接口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233172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265176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77840" y="25146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自动化沉淀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77840" y="28803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将临时任务转化为可复用的标准化技能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611880"/>
            <a:ext cx="40233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393192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9319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80160" y="3794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定时/触发任务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80160" y="41605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Cron 表达式或事件的自动化工作流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Hermes Agent vs OpenClaw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840480"/>
        </p:xfrm>
        <a:graphic>
          <a:graphicData uri="http://schemas.openxmlformats.org/drawingml/2006/table">
            <a:tbl>
              <a:tblPr/>
              <a:tblGrid>
                <a:gridCol w="1828800"/>
                <a:gridCol w="3200400"/>
                <a:gridCol w="3200400"/>
              </a:tblGrid>
              <a:tr h="7680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Hermes Agent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OpenClaw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技能定义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 自动生成并优化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需人工编写指令规则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记忆机制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持久化分层存储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需借助外部扩展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安全机制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内置安全审批与隔离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需后期人工维护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角色定位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面向长期能力沉淀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偏向工具编排框架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ADC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简单易用的部署方案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支持平台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1371600"/>
            <a:ext cx="192024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2560320" y="1371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192024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371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766560" y="1371600"/>
            <a:ext cx="1920240" cy="4572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6766560" y="13716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Termux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安装命令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82296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6517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 / MacOS / WSL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-fsSL https://raw.githubusercontent.com/.../install.sh | bash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404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irm https://raw.githubusercontent.com/.../install.ps1 | iex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标准化的通信平台接入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73152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1430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内置统一消息网关，通过适配器模式支持 15+ 个主流通讯平台，记忆与技能数据完全互通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24688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77240" y="2075688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飞书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383280" y="1920240"/>
            <a:ext cx="24688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520440" y="2075688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2" name="Text 10"/>
          <p:cNvSpPr/>
          <p:nvPr/>
        </p:nvSpPr>
        <p:spPr>
          <a:xfrm>
            <a:off x="388620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钉钉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920240"/>
            <a:ext cx="24688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63640" y="2075688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6629400" y="20574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企业微信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697480"/>
            <a:ext cx="24688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77240" y="2852928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83280" y="2697480"/>
            <a:ext cx="24688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520440" y="2852928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388620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26480" y="2697480"/>
            <a:ext cx="24688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63640" y="2852928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662940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40080" y="3474720"/>
            <a:ext cx="24688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77240" y="3630168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7" name="Text 25"/>
          <p:cNvSpPr/>
          <p:nvPr/>
        </p:nvSpPr>
        <p:spPr>
          <a:xfrm>
            <a:off x="114300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383280" y="3474720"/>
            <a:ext cx="24688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520440" y="3630168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388620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26480" y="3474720"/>
            <a:ext cx="246888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263640" y="3630168"/>
            <a:ext cx="274320" cy="27432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33" name="Text 31"/>
          <p:cNvSpPr/>
          <p:nvPr/>
        </p:nvSpPr>
        <p:spPr>
          <a:xfrm>
            <a:off x="6629400" y="36118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iMessage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配置命令：hermes gateway setup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精简实用的常用命令集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hermes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474720" y="10972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 TUI 对话窗口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572768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572768"/>
            <a:ext cx="73152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6642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hermes model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74720" y="166420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 LLM 提供商和模型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139696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139696"/>
            <a:ext cx="73152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23113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hermes tools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0" y="223113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配置可使用的工具集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2706624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2706624"/>
            <a:ext cx="73152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79806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hermes setup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474720" y="279806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执行完整配置向导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273552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273552"/>
            <a:ext cx="73152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3649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hermes doctor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74720" y="336499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诊断并修复配置问题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3840480"/>
            <a:ext cx="73152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731520" y="3931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hermes gateway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474720" y="3931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管理消息网关服务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407408"/>
            <a:ext cx="8229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4407408"/>
            <a:ext cx="73152" cy="5029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731520" y="44988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hermes --continue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74720" y="44988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回到上次会话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总结与展望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097280" y="1737360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16916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配置使用逻辑与 OpenClaw 一致，易于迁移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97280" y="2423160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23774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以牺牲自由度换取版本更新的稳定性与扩展应用的安全性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3108960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30632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多平台接入能力相对 OpenClaw 更简单且规范化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097280" y="3794760"/>
            <a:ext cx="182880" cy="18288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1463040" y="374904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保持对前沿技术的敏感度，是非常必要的投资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参考资料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Agent 官方文档 | Hermes Agent 中文文档 | Bilibili 安装演示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关于 Hermes Agent</dc:title>
  <dc:subject>PptxGenJS Presentation</dc:subject>
  <dc:creator>凌杰</dc:creator>
  <cp:lastModifiedBy>凌杰</cp:lastModifiedBy>
  <cp:revision>1</cp:revision>
  <dcterms:created xsi:type="dcterms:W3CDTF">2026-05-23T05:26:19Z</dcterms:created>
  <dcterms:modified xsi:type="dcterms:W3CDTF">2026-05-23T05:26:19Z</dcterms:modified>
</cp:coreProperties>
</file>